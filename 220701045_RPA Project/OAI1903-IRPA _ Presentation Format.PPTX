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handoutMasterIdLst>
    <p:handoutMasterId r:id="rId21"/>
  </p:handoutMasterIdLst>
  <p:sldIdLst>
    <p:sldId id="280" r:id="rId2"/>
    <p:sldId id="366" r:id="rId3"/>
    <p:sldId id="380" r:id="rId4"/>
    <p:sldId id="383" r:id="rId5"/>
    <p:sldId id="384" r:id="rId6"/>
    <p:sldId id="385" r:id="rId7"/>
    <p:sldId id="386" r:id="rId8"/>
    <p:sldId id="387" r:id="rId9"/>
    <p:sldId id="388" r:id="rId10"/>
    <p:sldId id="389" r:id="rId11"/>
    <p:sldId id="390" r:id="rId12"/>
    <p:sldId id="392" r:id="rId13"/>
    <p:sldId id="393" r:id="rId14"/>
    <p:sldId id="394" r:id="rId15"/>
    <p:sldId id="395" r:id="rId16"/>
    <p:sldId id="397" r:id="rId17"/>
    <p:sldId id="399" r:id="rId18"/>
    <p:sldId id="28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A917A4-00C6-4643-9306-90B6A136F650}" v="27" dt="2024-11-22T04:45:43.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4364" autoAdjust="0"/>
  </p:normalViewPr>
  <p:slideViewPr>
    <p:cSldViewPr>
      <p:cViewPr>
        <p:scale>
          <a:sx n="100" d="100"/>
          <a:sy n="100" d="100"/>
        </p:scale>
        <p:origin x="2052" y="1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vaanesh Rajeswaran" userId="231f76b7de68147e" providerId="LiveId" clId="{B1A917A4-00C6-4643-9306-90B6A136F650}"/>
    <pc:docChg chg="undo custSel addSld delSld modSld sldOrd">
      <pc:chgData name="Bhuvaanesh Rajeswaran" userId="231f76b7de68147e" providerId="LiveId" clId="{B1A917A4-00C6-4643-9306-90B6A136F650}" dt="2024-11-22T04:46:07.440" v="434" actId="47"/>
      <pc:docMkLst>
        <pc:docMk/>
      </pc:docMkLst>
      <pc:sldChg chg="modSp mod">
        <pc:chgData name="Bhuvaanesh Rajeswaran" userId="231f76b7de68147e" providerId="LiveId" clId="{B1A917A4-00C6-4643-9306-90B6A136F650}" dt="2024-11-22T03:44:33.902" v="249" actId="20577"/>
        <pc:sldMkLst>
          <pc:docMk/>
          <pc:sldMk cId="929866612" sldId="280"/>
        </pc:sldMkLst>
        <pc:spChg chg="mod">
          <ac:chgData name="Bhuvaanesh Rajeswaran" userId="231f76b7de68147e" providerId="LiveId" clId="{B1A917A4-00C6-4643-9306-90B6A136F650}" dt="2024-11-22T03:44:33.902" v="249" actId="20577"/>
          <ac:spMkLst>
            <pc:docMk/>
            <pc:sldMk cId="929866612" sldId="280"/>
            <ac:spMk id="22" creationId="{00000000-0000-0000-0000-000000000000}"/>
          </ac:spMkLst>
        </pc:spChg>
        <pc:spChg chg="mod">
          <ac:chgData name="Bhuvaanesh Rajeswaran" userId="231f76b7de68147e" providerId="LiveId" clId="{B1A917A4-00C6-4643-9306-90B6A136F650}" dt="2024-11-22T03:43:14.133" v="244" actId="20577"/>
          <ac:spMkLst>
            <pc:docMk/>
            <pc:sldMk cId="929866612" sldId="280"/>
            <ac:spMk id="48" creationId="{00000000-0000-0000-0000-000000000000}"/>
          </ac:spMkLst>
        </pc:spChg>
      </pc:sldChg>
      <pc:sldChg chg="modSp mod">
        <pc:chgData name="Bhuvaanesh Rajeswaran" userId="231f76b7de68147e" providerId="LiveId" clId="{B1A917A4-00C6-4643-9306-90B6A136F650}" dt="2024-11-21T20:26:15.336" v="18" actId="20577"/>
        <pc:sldMkLst>
          <pc:docMk/>
          <pc:sldMk cId="2540407932" sldId="366"/>
        </pc:sldMkLst>
        <pc:spChg chg="mod">
          <ac:chgData name="Bhuvaanesh Rajeswaran" userId="231f76b7de68147e" providerId="LiveId" clId="{B1A917A4-00C6-4643-9306-90B6A136F650}" dt="2024-11-21T20:26:15.336" v="18" actId="20577"/>
          <ac:spMkLst>
            <pc:docMk/>
            <pc:sldMk cId="2540407932" sldId="366"/>
            <ac:spMk id="3" creationId="{00000000-0000-0000-0000-000000000000}"/>
          </ac:spMkLst>
        </pc:spChg>
      </pc:sldChg>
      <pc:sldChg chg="modSp mod">
        <pc:chgData name="Bhuvaanesh Rajeswaran" userId="231f76b7de68147e" providerId="LiveId" clId="{B1A917A4-00C6-4643-9306-90B6A136F650}" dt="2024-11-21T20:29:00.923" v="70" actId="20577"/>
        <pc:sldMkLst>
          <pc:docMk/>
          <pc:sldMk cId="3548485719" sldId="380"/>
        </pc:sldMkLst>
        <pc:spChg chg="mod">
          <ac:chgData name="Bhuvaanesh Rajeswaran" userId="231f76b7de68147e" providerId="LiveId" clId="{B1A917A4-00C6-4643-9306-90B6A136F650}" dt="2024-11-21T20:29:00.923" v="70" actId="20577"/>
          <ac:spMkLst>
            <pc:docMk/>
            <pc:sldMk cId="3548485719" sldId="380"/>
            <ac:spMk id="3" creationId="{00000000-0000-0000-0000-000000000000}"/>
          </ac:spMkLst>
        </pc:spChg>
      </pc:sldChg>
      <pc:sldChg chg="modSp mod">
        <pc:chgData name="Bhuvaanesh Rajeswaran" userId="231f76b7de68147e" providerId="LiveId" clId="{B1A917A4-00C6-4643-9306-90B6A136F650}" dt="2024-11-21T20:30:16.002" v="87" actId="20577"/>
        <pc:sldMkLst>
          <pc:docMk/>
          <pc:sldMk cId="1332307297" sldId="383"/>
        </pc:sldMkLst>
        <pc:spChg chg="mod">
          <ac:chgData name="Bhuvaanesh Rajeswaran" userId="231f76b7de68147e" providerId="LiveId" clId="{B1A917A4-00C6-4643-9306-90B6A136F650}" dt="2024-11-21T20:30:16.002" v="87" actId="20577"/>
          <ac:spMkLst>
            <pc:docMk/>
            <pc:sldMk cId="1332307297" sldId="383"/>
            <ac:spMk id="3" creationId="{00000000-0000-0000-0000-000000000000}"/>
          </ac:spMkLst>
        </pc:spChg>
      </pc:sldChg>
      <pc:sldChg chg="modSp mod">
        <pc:chgData name="Bhuvaanesh Rajeswaran" userId="231f76b7de68147e" providerId="LiveId" clId="{B1A917A4-00C6-4643-9306-90B6A136F650}" dt="2024-11-22T04:07:16.725" v="256" actId="27636"/>
        <pc:sldMkLst>
          <pc:docMk/>
          <pc:sldMk cId="3106430246" sldId="384"/>
        </pc:sldMkLst>
        <pc:spChg chg="mod">
          <ac:chgData name="Bhuvaanesh Rajeswaran" userId="231f76b7de68147e" providerId="LiveId" clId="{B1A917A4-00C6-4643-9306-90B6A136F650}" dt="2024-11-22T04:04:42.772" v="250" actId="1076"/>
          <ac:spMkLst>
            <pc:docMk/>
            <pc:sldMk cId="3106430246" sldId="384"/>
            <ac:spMk id="2" creationId="{00000000-0000-0000-0000-000000000000}"/>
          </ac:spMkLst>
        </pc:spChg>
        <pc:spChg chg="mod">
          <ac:chgData name="Bhuvaanesh Rajeswaran" userId="231f76b7de68147e" providerId="LiveId" clId="{B1A917A4-00C6-4643-9306-90B6A136F650}" dt="2024-11-22T04:07:16.725" v="256" actId="27636"/>
          <ac:spMkLst>
            <pc:docMk/>
            <pc:sldMk cId="3106430246" sldId="384"/>
            <ac:spMk id="3" creationId="{00000000-0000-0000-0000-000000000000}"/>
          </ac:spMkLst>
        </pc:spChg>
      </pc:sldChg>
      <pc:sldChg chg="modSp mod">
        <pc:chgData name="Bhuvaanesh Rajeswaran" userId="231f76b7de68147e" providerId="LiveId" clId="{B1A917A4-00C6-4643-9306-90B6A136F650}" dt="2024-11-21T20:31:41.491" v="93" actId="27636"/>
        <pc:sldMkLst>
          <pc:docMk/>
          <pc:sldMk cId="4094578322" sldId="385"/>
        </pc:sldMkLst>
        <pc:spChg chg="mod">
          <ac:chgData name="Bhuvaanesh Rajeswaran" userId="231f76b7de68147e" providerId="LiveId" clId="{B1A917A4-00C6-4643-9306-90B6A136F650}" dt="2024-11-21T20:31:41.491" v="93" actId="27636"/>
          <ac:spMkLst>
            <pc:docMk/>
            <pc:sldMk cId="4094578322" sldId="385"/>
            <ac:spMk id="3" creationId="{00000000-0000-0000-0000-000000000000}"/>
          </ac:spMkLst>
        </pc:spChg>
      </pc:sldChg>
      <pc:sldChg chg="addSp delSp modSp mod">
        <pc:chgData name="Bhuvaanesh Rajeswaran" userId="231f76b7de68147e" providerId="LiveId" clId="{B1A917A4-00C6-4643-9306-90B6A136F650}" dt="2024-11-22T04:09:00.982" v="261" actId="14100"/>
        <pc:sldMkLst>
          <pc:docMk/>
          <pc:sldMk cId="3762233915" sldId="386"/>
        </pc:sldMkLst>
        <pc:spChg chg="del mod">
          <ac:chgData name="Bhuvaanesh Rajeswaran" userId="231f76b7de68147e" providerId="LiveId" clId="{B1A917A4-00C6-4643-9306-90B6A136F650}" dt="2024-11-22T04:08:24.385" v="259"/>
          <ac:spMkLst>
            <pc:docMk/>
            <pc:sldMk cId="3762233915" sldId="386"/>
            <ac:spMk id="3" creationId="{00000000-0000-0000-0000-000000000000}"/>
          </ac:spMkLst>
        </pc:spChg>
        <pc:picChg chg="add mod">
          <ac:chgData name="Bhuvaanesh Rajeswaran" userId="231f76b7de68147e" providerId="LiveId" clId="{B1A917A4-00C6-4643-9306-90B6A136F650}" dt="2024-11-22T04:09:00.982" v="261" actId="14100"/>
          <ac:picMkLst>
            <pc:docMk/>
            <pc:sldMk cId="3762233915" sldId="386"/>
            <ac:picMk id="4" creationId="{EC94E02E-694C-193C-2EEA-CB7715BF3FE3}"/>
          </ac:picMkLst>
        </pc:picChg>
      </pc:sldChg>
      <pc:sldChg chg="modSp mod">
        <pc:chgData name="Bhuvaanesh Rajeswaran" userId="231f76b7de68147e" providerId="LiveId" clId="{B1A917A4-00C6-4643-9306-90B6A136F650}" dt="2024-11-21T20:33:22.083" v="101" actId="5793"/>
        <pc:sldMkLst>
          <pc:docMk/>
          <pc:sldMk cId="1225227127" sldId="387"/>
        </pc:sldMkLst>
        <pc:spChg chg="mod">
          <ac:chgData name="Bhuvaanesh Rajeswaran" userId="231f76b7de68147e" providerId="LiveId" clId="{B1A917A4-00C6-4643-9306-90B6A136F650}" dt="2024-11-21T20:33:22.083" v="101" actId="5793"/>
          <ac:spMkLst>
            <pc:docMk/>
            <pc:sldMk cId="1225227127" sldId="387"/>
            <ac:spMk id="3" creationId="{00000000-0000-0000-0000-000000000000}"/>
          </ac:spMkLst>
        </pc:spChg>
      </pc:sldChg>
      <pc:sldChg chg="modSp mod">
        <pc:chgData name="Bhuvaanesh Rajeswaran" userId="231f76b7de68147e" providerId="LiveId" clId="{B1A917A4-00C6-4643-9306-90B6A136F650}" dt="2024-11-22T04:24:35.555" v="273" actId="27636"/>
        <pc:sldMkLst>
          <pc:docMk/>
          <pc:sldMk cId="784506621" sldId="388"/>
        </pc:sldMkLst>
        <pc:spChg chg="mod">
          <ac:chgData name="Bhuvaanesh Rajeswaran" userId="231f76b7de68147e" providerId="LiveId" clId="{B1A917A4-00C6-4643-9306-90B6A136F650}" dt="2024-11-22T04:09:10.205" v="263" actId="20577"/>
          <ac:spMkLst>
            <pc:docMk/>
            <pc:sldMk cId="784506621" sldId="388"/>
            <ac:spMk id="2" creationId="{00000000-0000-0000-0000-000000000000}"/>
          </ac:spMkLst>
        </pc:spChg>
        <pc:spChg chg="mod">
          <ac:chgData name="Bhuvaanesh Rajeswaran" userId="231f76b7de68147e" providerId="LiveId" clId="{B1A917A4-00C6-4643-9306-90B6A136F650}" dt="2024-11-22T04:24:35.555" v="273" actId="27636"/>
          <ac:spMkLst>
            <pc:docMk/>
            <pc:sldMk cId="784506621" sldId="388"/>
            <ac:spMk id="3" creationId="{00000000-0000-0000-0000-000000000000}"/>
          </ac:spMkLst>
        </pc:spChg>
      </pc:sldChg>
      <pc:sldChg chg="addSp delSp modSp mod">
        <pc:chgData name="Bhuvaanesh Rajeswaran" userId="231f76b7de68147e" providerId="LiveId" clId="{B1A917A4-00C6-4643-9306-90B6A136F650}" dt="2024-11-22T04:29:13.800" v="280" actId="14100"/>
        <pc:sldMkLst>
          <pc:docMk/>
          <pc:sldMk cId="1639169372" sldId="389"/>
        </pc:sldMkLst>
        <pc:spChg chg="del mod">
          <ac:chgData name="Bhuvaanesh Rajeswaran" userId="231f76b7de68147e" providerId="LiveId" clId="{B1A917A4-00C6-4643-9306-90B6A136F650}" dt="2024-11-22T04:29:01.852" v="276"/>
          <ac:spMkLst>
            <pc:docMk/>
            <pc:sldMk cId="1639169372" sldId="389"/>
            <ac:spMk id="3" creationId="{00000000-0000-0000-0000-000000000000}"/>
          </ac:spMkLst>
        </pc:spChg>
        <pc:picChg chg="add mod">
          <ac:chgData name="Bhuvaanesh Rajeswaran" userId="231f76b7de68147e" providerId="LiveId" clId="{B1A917A4-00C6-4643-9306-90B6A136F650}" dt="2024-11-22T04:29:13.800" v="280" actId="14100"/>
          <ac:picMkLst>
            <pc:docMk/>
            <pc:sldMk cId="1639169372" sldId="389"/>
            <ac:picMk id="1026" creationId="{3045AC21-C654-CDB1-A11F-09E6A3C4B09F}"/>
          </ac:picMkLst>
        </pc:picChg>
      </pc:sldChg>
      <pc:sldChg chg="addSp modSp mod">
        <pc:chgData name="Bhuvaanesh Rajeswaran" userId="231f76b7de68147e" providerId="LiveId" clId="{B1A917A4-00C6-4643-9306-90B6A136F650}" dt="2024-11-22T04:36:29.113" v="370" actId="1076"/>
        <pc:sldMkLst>
          <pc:docMk/>
          <pc:sldMk cId="3023427953" sldId="390"/>
        </pc:sldMkLst>
        <pc:spChg chg="mod">
          <ac:chgData name="Bhuvaanesh Rajeswaran" userId="231f76b7de68147e" providerId="LiveId" clId="{B1A917A4-00C6-4643-9306-90B6A136F650}" dt="2024-11-22T04:35:26.185" v="365" actId="20577"/>
          <ac:spMkLst>
            <pc:docMk/>
            <pc:sldMk cId="3023427953" sldId="390"/>
            <ac:spMk id="3" creationId="{00000000-0000-0000-0000-000000000000}"/>
          </ac:spMkLst>
        </pc:spChg>
        <pc:picChg chg="add mod">
          <ac:chgData name="Bhuvaanesh Rajeswaran" userId="231f76b7de68147e" providerId="LiveId" clId="{B1A917A4-00C6-4643-9306-90B6A136F650}" dt="2024-11-22T04:32:22.657" v="290" actId="1076"/>
          <ac:picMkLst>
            <pc:docMk/>
            <pc:sldMk cId="3023427953" sldId="390"/>
            <ac:picMk id="5" creationId="{C812870C-2DC3-059F-2CCC-3F825B8DCC23}"/>
          </ac:picMkLst>
        </pc:picChg>
        <pc:picChg chg="add mod modCrop">
          <ac:chgData name="Bhuvaanesh Rajeswaran" userId="231f76b7de68147e" providerId="LiveId" clId="{B1A917A4-00C6-4643-9306-90B6A136F650}" dt="2024-11-22T04:35:19.354" v="346" actId="1076"/>
          <ac:picMkLst>
            <pc:docMk/>
            <pc:sldMk cId="3023427953" sldId="390"/>
            <ac:picMk id="9" creationId="{3863104E-6FF9-8BA8-9570-DCE21A9E648F}"/>
          </ac:picMkLst>
        </pc:picChg>
        <pc:picChg chg="add mod modCrop">
          <ac:chgData name="Bhuvaanesh Rajeswaran" userId="231f76b7de68147e" providerId="LiveId" clId="{B1A917A4-00C6-4643-9306-90B6A136F650}" dt="2024-11-22T04:36:29.113" v="370" actId="1076"/>
          <ac:picMkLst>
            <pc:docMk/>
            <pc:sldMk cId="3023427953" sldId="390"/>
            <ac:picMk id="11" creationId="{C8968C67-6D57-A91C-2F37-C8D7D810ECEF}"/>
          </ac:picMkLst>
        </pc:picChg>
        <pc:cxnChg chg="add">
          <ac:chgData name="Bhuvaanesh Rajeswaran" userId="231f76b7de68147e" providerId="LiveId" clId="{B1A917A4-00C6-4643-9306-90B6A136F650}" dt="2024-11-22T04:32:44.132" v="326" actId="11529"/>
          <ac:cxnSpMkLst>
            <pc:docMk/>
            <pc:sldMk cId="3023427953" sldId="390"/>
            <ac:cxnSpMk id="7" creationId="{DEEDAECA-AD8D-7537-3252-7CF4DC4122EA}"/>
          </ac:cxnSpMkLst>
        </pc:cxnChg>
      </pc:sldChg>
      <pc:sldChg chg="add del ord">
        <pc:chgData name="Bhuvaanesh Rajeswaran" userId="231f76b7de68147e" providerId="LiveId" clId="{B1A917A4-00C6-4643-9306-90B6A136F650}" dt="2024-11-22T04:46:07.440" v="434" actId="47"/>
        <pc:sldMkLst>
          <pc:docMk/>
          <pc:sldMk cId="1769472928" sldId="391"/>
        </pc:sldMkLst>
      </pc:sldChg>
      <pc:sldChg chg="addSp delSp modSp mod">
        <pc:chgData name="Bhuvaanesh Rajeswaran" userId="231f76b7de68147e" providerId="LiveId" clId="{B1A917A4-00C6-4643-9306-90B6A136F650}" dt="2024-11-22T04:43:31.910" v="394" actId="1076"/>
        <pc:sldMkLst>
          <pc:docMk/>
          <pc:sldMk cId="1921327580" sldId="392"/>
        </pc:sldMkLst>
        <pc:spChg chg="del mod">
          <ac:chgData name="Bhuvaanesh Rajeswaran" userId="231f76b7de68147e" providerId="LiveId" clId="{B1A917A4-00C6-4643-9306-90B6A136F650}" dt="2024-11-22T04:38:14.022" v="372" actId="22"/>
          <ac:spMkLst>
            <pc:docMk/>
            <pc:sldMk cId="1921327580" sldId="392"/>
            <ac:spMk id="3" creationId="{00000000-0000-0000-0000-000000000000}"/>
          </ac:spMkLst>
        </pc:spChg>
        <pc:picChg chg="add mod ord">
          <ac:chgData name="Bhuvaanesh Rajeswaran" userId="231f76b7de68147e" providerId="LiveId" clId="{B1A917A4-00C6-4643-9306-90B6A136F650}" dt="2024-11-22T04:43:25.269" v="391" actId="1076"/>
          <ac:picMkLst>
            <pc:docMk/>
            <pc:sldMk cId="1921327580" sldId="392"/>
            <ac:picMk id="5" creationId="{AFEE0E19-65D9-B216-C14B-68EF95A60F33}"/>
          </ac:picMkLst>
        </pc:picChg>
        <pc:picChg chg="add mod">
          <ac:chgData name="Bhuvaanesh Rajeswaran" userId="231f76b7de68147e" providerId="LiveId" clId="{B1A917A4-00C6-4643-9306-90B6A136F650}" dt="2024-11-22T04:43:22.574" v="390" actId="1076"/>
          <ac:picMkLst>
            <pc:docMk/>
            <pc:sldMk cId="1921327580" sldId="392"/>
            <ac:picMk id="7" creationId="{B6BA39D3-9427-43BB-3820-E668F33A1786}"/>
          </ac:picMkLst>
        </pc:picChg>
        <pc:picChg chg="add mod">
          <ac:chgData name="Bhuvaanesh Rajeswaran" userId="231f76b7de68147e" providerId="LiveId" clId="{B1A917A4-00C6-4643-9306-90B6A136F650}" dt="2024-11-22T04:43:31.910" v="394" actId="1076"/>
          <ac:picMkLst>
            <pc:docMk/>
            <pc:sldMk cId="1921327580" sldId="392"/>
            <ac:picMk id="9" creationId="{7B4B37D1-0BBB-D407-DA87-97A561F2396D}"/>
          </ac:picMkLst>
        </pc:picChg>
      </pc:sldChg>
      <pc:sldChg chg="addSp delSp modSp mod">
        <pc:chgData name="Bhuvaanesh Rajeswaran" userId="231f76b7de68147e" providerId="LiveId" clId="{B1A917A4-00C6-4643-9306-90B6A136F650}" dt="2024-11-21T20:35:09.667" v="109" actId="27636"/>
        <pc:sldMkLst>
          <pc:docMk/>
          <pc:sldMk cId="715374966" sldId="393"/>
        </pc:sldMkLst>
        <pc:spChg chg="add del mod">
          <ac:chgData name="Bhuvaanesh Rajeswaran" userId="231f76b7de68147e" providerId="LiveId" clId="{B1A917A4-00C6-4643-9306-90B6A136F650}" dt="2024-11-21T20:35:09.667" v="109" actId="27636"/>
          <ac:spMkLst>
            <pc:docMk/>
            <pc:sldMk cId="715374966" sldId="393"/>
            <ac:spMk id="3" creationId="{00000000-0000-0000-0000-000000000000}"/>
          </ac:spMkLst>
        </pc:spChg>
        <pc:spChg chg="add mod">
          <ac:chgData name="Bhuvaanesh Rajeswaran" userId="231f76b7de68147e" providerId="LiveId" clId="{B1A917A4-00C6-4643-9306-90B6A136F650}" dt="2024-11-21T20:35:00.863" v="105"/>
          <ac:spMkLst>
            <pc:docMk/>
            <pc:sldMk cId="715374966" sldId="393"/>
            <ac:spMk id="4" creationId="{88EE9355-6BE5-315F-77B3-17F20A473560}"/>
          </ac:spMkLst>
        </pc:spChg>
        <pc:spChg chg="add mod">
          <ac:chgData name="Bhuvaanesh Rajeswaran" userId="231f76b7de68147e" providerId="LiveId" clId="{B1A917A4-00C6-4643-9306-90B6A136F650}" dt="2024-11-21T20:35:04.257" v="107"/>
          <ac:spMkLst>
            <pc:docMk/>
            <pc:sldMk cId="715374966" sldId="393"/>
            <ac:spMk id="5" creationId="{0CF73933-64BF-721E-C61F-0A3B79E12498}"/>
          </ac:spMkLst>
        </pc:spChg>
      </pc:sldChg>
      <pc:sldChg chg="addSp delSp modSp mod">
        <pc:chgData name="Bhuvaanesh Rajeswaran" userId="231f76b7de68147e" providerId="LiveId" clId="{B1A917A4-00C6-4643-9306-90B6A136F650}" dt="2024-11-21T20:37:27.007" v="124"/>
        <pc:sldMkLst>
          <pc:docMk/>
          <pc:sldMk cId="2110853201" sldId="394"/>
        </pc:sldMkLst>
        <pc:spChg chg="mod">
          <ac:chgData name="Bhuvaanesh Rajeswaran" userId="231f76b7de68147e" providerId="LiveId" clId="{B1A917A4-00C6-4643-9306-90B6A136F650}" dt="2024-11-21T20:37:21.792" v="122" actId="12"/>
          <ac:spMkLst>
            <pc:docMk/>
            <pc:sldMk cId="2110853201" sldId="394"/>
            <ac:spMk id="3" creationId="{00000000-0000-0000-0000-000000000000}"/>
          </ac:spMkLst>
        </pc:spChg>
        <pc:spChg chg="add">
          <ac:chgData name="Bhuvaanesh Rajeswaran" userId="231f76b7de68147e" providerId="LiveId" clId="{B1A917A4-00C6-4643-9306-90B6A136F650}" dt="2024-11-21T20:36:30.022" v="112"/>
          <ac:spMkLst>
            <pc:docMk/>
            <pc:sldMk cId="2110853201" sldId="394"/>
            <ac:spMk id="4" creationId="{9743370C-1C15-0E5C-96C8-35FF57FFBA4A}"/>
          </ac:spMkLst>
        </pc:spChg>
        <pc:spChg chg="add">
          <ac:chgData name="Bhuvaanesh Rajeswaran" userId="231f76b7de68147e" providerId="LiveId" clId="{B1A917A4-00C6-4643-9306-90B6A136F650}" dt="2024-11-21T20:36:33.512" v="113"/>
          <ac:spMkLst>
            <pc:docMk/>
            <pc:sldMk cId="2110853201" sldId="394"/>
            <ac:spMk id="5" creationId="{3C461053-AD33-5F30-C93E-558FEB39BFA5}"/>
          </ac:spMkLst>
        </pc:spChg>
        <pc:spChg chg="add del mod">
          <ac:chgData name="Bhuvaanesh Rajeswaran" userId="231f76b7de68147e" providerId="LiveId" clId="{B1A917A4-00C6-4643-9306-90B6A136F650}" dt="2024-11-21T20:37:27.007" v="124"/>
          <ac:spMkLst>
            <pc:docMk/>
            <pc:sldMk cId="2110853201" sldId="394"/>
            <ac:spMk id="6" creationId="{5E02AC5F-1436-EB71-C383-E57D41CA4231}"/>
          </ac:spMkLst>
        </pc:spChg>
      </pc:sldChg>
      <pc:sldChg chg="addSp delSp modSp mod">
        <pc:chgData name="Bhuvaanesh Rajeswaran" userId="231f76b7de68147e" providerId="LiveId" clId="{B1A917A4-00C6-4643-9306-90B6A136F650}" dt="2024-11-22T04:46:00.016" v="431"/>
        <pc:sldMkLst>
          <pc:docMk/>
          <pc:sldMk cId="1930474785" sldId="395"/>
        </pc:sldMkLst>
        <pc:spChg chg="add del mod">
          <ac:chgData name="Bhuvaanesh Rajeswaran" userId="231f76b7de68147e" providerId="LiveId" clId="{B1A917A4-00C6-4643-9306-90B6A136F650}" dt="2024-11-22T04:45:58.543" v="429" actId="27636"/>
          <ac:spMkLst>
            <pc:docMk/>
            <pc:sldMk cId="1930474785" sldId="395"/>
            <ac:spMk id="3" creationId="{00000000-0000-0000-0000-000000000000}"/>
          </ac:spMkLst>
        </pc:spChg>
        <pc:spChg chg="add mod">
          <ac:chgData name="Bhuvaanesh Rajeswaran" userId="231f76b7de68147e" providerId="LiveId" clId="{B1A917A4-00C6-4643-9306-90B6A136F650}" dt="2024-11-22T04:45:10.013" v="398"/>
          <ac:spMkLst>
            <pc:docMk/>
            <pc:sldMk cId="1930474785" sldId="395"/>
            <ac:spMk id="4" creationId="{90AA93F8-940A-8034-87EA-A10D22006B9D}"/>
          </ac:spMkLst>
        </pc:spChg>
        <pc:spChg chg="add mod">
          <ac:chgData name="Bhuvaanesh Rajeswaran" userId="231f76b7de68147e" providerId="LiveId" clId="{B1A917A4-00C6-4643-9306-90B6A136F650}" dt="2024-11-22T04:45:13.560" v="401"/>
          <ac:spMkLst>
            <pc:docMk/>
            <pc:sldMk cId="1930474785" sldId="395"/>
            <ac:spMk id="5" creationId="{72CB4207-085F-B9FC-FD3F-701E2F554EF5}"/>
          </ac:spMkLst>
        </pc:spChg>
        <pc:spChg chg="add">
          <ac:chgData name="Bhuvaanesh Rajeswaran" userId="231f76b7de68147e" providerId="LiveId" clId="{B1A917A4-00C6-4643-9306-90B6A136F650}" dt="2024-11-22T04:45:15.537" v="404"/>
          <ac:spMkLst>
            <pc:docMk/>
            <pc:sldMk cId="1930474785" sldId="395"/>
            <ac:spMk id="6" creationId="{7A39F54E-24D3-DA27-FBCB-40464D41B39E}"/>
          </ac:spMkLst>
        </pc:spChg>
        <pc:spChg chg="add">
          <ac:chgData name="Bhuvaanesh Rajeswaran" userId="231f76b7de68147e" providerId="LiveId" clId="{B1A917A4-00C6-4643-9306-90B6A136F650}" dt="2024-11-22T04:45:26.955" v="409"/>
          <ac:spMkLst>
            <pc:docMk/>
            <pc:sldMk cId="1930474785" sldId="395"/>
            <ac:spMk id="7" creationId="{FF0E67D6-A2FB-5687-65E4-8CE7ACD90847}"/>
          </ac:spMkLst>
        </pc:spChg>
        <pc:spChg chg="add">
          <ac:chgData name="Bhuvaanesh Rajeswaran" userId="231f76b7de68147e" providerId="LiveId" clId="{B1A917A4-00C6-4643-9306-90B6A136F650}" dt="2024-11-22T04:45:33.054" v="415"/>
          <ac:spMkLst>
            <pc:docMk/>
            <pc:sldMk cId="1930474785" sldId="395"/>
            <ac:spMk id="8" creationId="{42554058-6559-085C-54BA-D0827854B270}"/>
          </ac:spMkLst>
        </pc:spChg>
        <pc:spChg chg="add del mod">
          <ac:chgData name="Bhuvaanesh Rajeswaran" userId="231f76b7de68147e" providerId="LiveId" clId="{B1A917A4-00C6-4643-9306-90B6A136F650}" dt="2024-11-22T04:46:00.016" v="431"/>
          <ac:spMkLst>
            <pc:docMk/>
            <pc:sldMk cId="1930474785" sldId="395"/>
            <ac:spMk id="9" creationId="{798D9C2F-8BDF-EA5B-1B63-DC0606CA5670}"/>
          </ac:spMkLst>
        </pc:spChg>
      </pc:sldChg>
      <pc:sldChg chg="ord">
        <pc:chgData name="Bhuvaanesh Rajeswaran" userId="231f76b7de68147e" providerId="LiveId" clId="{B1A917A4-00C6-4643-9306-90B6A136F650}" dt="2024-11-22T04:46:04.170" v="433"/>
        <pc:sldMkLst>
          <pc:docMk/>
          <pc:sldMk cId="2191802236" sldId="397"/>
        </pc:sldMkLst>
      </pc:sldChg>
      <pc:sldChg chg="del">
        <pc:chgData name="Bhuvaanesh Rajeswaran" userId="231f76b7de68147e" providerId="LiveId" clId="{B1A917A4-00C6-4643-9306-90B6A136F650}" dt="2024-11-22T04:25:05.925" v="274" actId="2696"/>
        <pc:sldMkLst>
          <pc:docMk/>
          <pc:sldMk cId="3277262808" sldId="3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0.jp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5978395" cy="1631216"/>
            </a:xfrm>
            <a:prstGeom prst="rect">
              <a:avLst/>
            </a:prstGeom>
            <a:noFill/>
          </p:spPr>
          <p:txBody>
            <a:bodyPr wrap="square" rtlCol="0">
              <a:spAutoFit/>
            </a:bodyPr>
            <a:lstStyle/>
            <a:p>
              <a:r>
                <a:rPr lang="en-US" sz="2000" b="1" dirty="0"/>
                <a:t>Your Register No: 220701045</a:t>
              </a:r>
            </a:p>
            <a:p>
              <a:r>
                <a:rPr lang="en-US" sz="2000" b="1" dirty="0"/>
                <a:t>Name: Bhuvaanesh R	</a:t>
              </a:r>
            </a:p>
            <a:p>
              <a:r>
                <a:rPr lang="en-US" sz="2000" b="1" dirty="0"/>
                <a:t>Guide Name : Mrs. J. Jinu Sophia </a:t>
              </a:r>
            </a:p>
            <a:p>
              <a:r>
                <a:rPr lang="en-US" sz="2000" b="1" dirty="0"/>
                <a:t>Designation : Assistant Professor (SG)</a:t>
              </a:r>
            </a:p>
            <a:p>
              <a:r>
                <a:rPr lang="en-US" sz="2000" b="1" dirty="0"/>
                <a:t>Department : Computer Science and Engineering</a:t>
              </a:r>
            </a:p>
          </p:txBody>
        </p:sp>
        <p:grpSp>
          <p:nvGrpSpPr>
            <p:cNvPr id="43" name="Group 42"/>
            <p:cNvGrpSpPr/>
            <p:nvPr/>
          </p:nvGrpSpPr>
          <p:grpSpPr>
            <a:xfrm>
              <a:off x="-14748" y="986564"/>
              <a:ext cx="9158748" cy="3699662"/>
              <a:chOff x="-14748" y="986564"/>
              <a:chExt cx="9158748" cy="3699662"/>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2585323"/>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Employee Attendance Management </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r>
              <a:rPr lang="en-US" dirty="0"/>
              <a:t>The </a:t>
            </a:r>
            <a:r>
              <a:rPr lang="en-US" b="1" dirty="0"/>
              <a:t>Employee Attendance Management System</a:t>
            </a:r>
            <a:r>
              <a:rPr lang="en-US" dirty="0"/>
              <a:t> is an automated solution designed using UiPath RPA to streamline the process of tracking employee attendance and calculating daily working hours. The system reads employee data, including check-in and check-out times, from an Excel file and validates it against company policies. It automatically detects late arrivals and generates detailed reports. The solution runs daily via UiPath Orchestrator, enhancing efficiency by providing accurate and timely attendance records for HR and payroll systems. This project reduces manual effort, improves accuracy, and supports data-driven insights into workforce productivity.</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marL="0" indent="0">
              <a:buNone/>
            </a:pPr>
            <a:endParaRPr lang="en-US" b="1" dirty="0"/>
          </a:p>
          <a:p>
            <a:pPr>
              <a:buFont typeface="+mj-lt"/>
              <a:buAutoNum type="arabicPeriod"/>
            </a:pPr>
            <a:r>
              <a:rPr lang="en-US" b="1" dirty="0"/>
              <a:t>Challenges with Manual Processes</a:t>
            </a:r>
            <a:endParaRPr lang="en-US" dirty="0"/>
          </a:p>
          <a:p>
            <a:pPr marL="742950" lvl="1" indent="-285750">
              <a:buFont typeface="+mj-lt"/>
              <a:buAutoNum type="arabicPeriod"/>
            </a:pPr>
            <a:r>
              <a:rPr lang="en-US" dirty="0"/>
              <a:t>Inefficient and prone to errors in tracking attendance.</a:t>
            </a:r>
          </a:p>
          <a:p>
            <a:pPr marL="742950" lvl="1" indent="-285750">
              <a:buFont typeface="+mj-lt"/>
              <a:buAutoNum type="arabicPeriod"/>
            </a:pPr>
            <a:r>
              <a:rPr lang="en-US" dirty="0"/>
              <a:t>Inconsistent calculations of working hours.</a:t>
            </a:r>
          </a:p>
          <a:p>
            <a:pPr marL="742950" lvl="1" indent="-285750">
              <a:buFont typeface="+mj-lt"/>
              <a:buAutoNum type="arabicPeriod"/>
            </a:pPr>
            <a:r>
              <a:rPr lang="en-US" dirty="0"/>
              <a:t>Time-intensive for HR and payroll teams.</a:t>
            </a:r>
          </a:p>
          <a:p>
            <a:pPr>
              <a:buFont typeface="+mj-lt"/>
              <a:buAutoNum type="arabicPeriod"/>
            </a:pPr>
            <a:r>
              <a:rPr lang="en-US" b="1" dirty="0"/>
              <a:t>Automation for Efficiency</a:t>
            </a:r>
            <a:endParaRPr lang="en-US" dirty="0"/>
          </a:p>
          <a:p>
            <a:pPr marL="742950" lvl="1" indent="-285750">
              <a:buFont typeface="+mj-lt"/>
              <a:buAutoNum type="arabicPeriod"/>
            </a:pPr>
            <a:r>
              <a:rPr lang="en-US" dirty="0"/>
              <a:t>Streamlines attendance tracking with minimal human intervention.</a:t>
            </a:r>
          </a:p>
          <a:p>
            <a:pPr marL="742950" lvl="1" indent="-285750">
              <a:buFont typeface="+mj-lt"/>
              <a:buAutoNum type="arabicPeriod"/>
            </a:pPr>
            <a:r>
              <a:rPr lang="en-US" dirty="0"/>
              <a:t>Ensures accurate and real-time data processing.</a:t>
            </a:r>
          </a:p>
          <a:p>
            <a:pPr>
              <a:buFont typeface="+mj-lt"/>
              <a:buAutoNum type="arabicPeriod"/>
            </a:pPr>
            <a:r>
              <a:rPr lang="en-US" b="1" dirty="0"/>
              <a:t>Improved Accuracy and Insights</a:t>
            </a:r>
            <a:endParaRPr lang="en-US" dirty="0"/>
          </a:p>
          <a:p>
            <a:pPr marL="742950" lvl="1" indent="-285750">
              <a:buFont typeface="+mj-lt"/>
              <a:buAutoNum type="arabicPeriod"/>
            </a:pPr>
            <a:r>
              <a:rPr lang="en-US" dirty="0"/>
              <a:t>Delivers detailed, error-free reports for decision-making.</a:t>
            </a:r>
          </a:p>
          <a:p>
            <a:pPr marL="742950" lvl="1" indent="-285750">
              <a:buFont typeface="+mj-lt"/>
              <a:buAutoNum type="arabicPeriod"/>
            </a:pPr>
            <a:r>
              <a:rPr lang="en-US" dirty="0"/>
              <a:t>Tracks trends like late arrivals or overtime to optimize productivity.</a:t>
            </a:r>
          </a:p>
          <a:p>
            <a:pPr>
              <a:buFont typeface="+mj-lt"/>
              <a:buAutoNum type="arabicPeriod"/>
            </a:pPr>
            <a:r>
              <a:rPr lang="en-US" b="1" dirty="0"/>
              <a:t>Scalability and Customization</a:t>
            </a:r>
            <a:endParaRPr lang="en-US" dirty="0"/>
          </a:p>
          <a:p>
            <a:pPr marL="742950" lvl="1" indent="-285750">
              <a:buFont typeface="+mj-lt"/>
              <a:buAutoNum type="arabicPeriod"/>
            </a:pPr>
            <a:r>
              <a:rPr lang="en-US" dirty="0"/>
              <a:t>Adapts to growing workforce needs.</a:t>
            </a:r>
          </a:p>
          <a:p>
            <a:pPr marL="742950" lvl="1" indent="-285750">
              <a:buFont typeface="+mj-lt"/>
              <a:buAutoNum type="arabicPeriod"/>
            </a:pPr>
            <a:r>
              <a:rPr lang="en-US" dirty="0"/>
              <a:t>Flexible to accommodate specific company policies.</a:t>
            </a:r>
          </a:p>
          <a:p>
            <a:pPr marL="0" indent="0">
              <a:buNone/>
            </a:pP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fontScale="70000" lnSpcReduction="20000"/>
          </a:bodyPr>
          <a:lstStyle/>
          <a:p>
            <a:pPr>
              <a:buFont typeface="+mj-lt"/>
              <a:buAutoNum type="arabicPeriod"/>
            </a:pPr>
            <a:r>
              <a:rPr lang="en-US" b="1" dirty="0"/>
              <a:t>Automation of Attendance Tracking</a:t>
            </a:r>
            <a:endParaRPr lang="en-US" dirty="0"/>
          </a:p>
          <a:p>
            <a:pPr marL="742950" lvl="1" indent="-285750">
              <a:buFont typeface="+mj-lt"/>
              <a:buAutoNum type="arabicPeriod"/>
            </a:pPr>
            <a:r>
              <a:rPr lang="en-US" dirty="0"/>
              <a:t>Eliminates manual effort and reduces errors.</a:t>
            </a:r>
          </a:p>
          <a:p>
            <a:pPr marL="742950" lvl="1" indent="-285750">
              <a:buFont typeface="+mj-lt"/>
              <a:buAutoNum type="arabicPeriod"/>
            </a:pPr>
            <a:r>
              <a:rPr lang="en-US" dirty="0"/>
              <a:t>Ensures real-time processing of attendance data.</a:t>
            </a:r>
          </a:p>
          <a:p>
            <a:pPr>
              <a:buFont typeface="+mj-lt"/>
              <a:buAutoNum type="arabicPeriod"/>
            </a:pPr>
            <a:r>
              <a:rPr lang="en-US" b="1" dirty="0"/>
              <a:t>Accurate Working Hours Calculation</a:t>
            </a:r>
            <a:endParaRPr lang="en-US" dirty="0"/>
          </a:p>
          <a:p>
            <a:pPr marL="742950" lvl="1" indent="-285750">
              <a:buFont typeface="+mj-lt"/>
              <a:buAutoNum type="arabicPeriod"/>
            </a:pPr>
            <a:r>
              <a:rPr lang="en-US" dirty="0"/>
              <a:t>Calculates total hours and late entries with precision.</a:t>
            </a:r>
          </a:p>
          <a:p>
            <a:pPr marL="742950" lvl="1" indent="-285750">
              <a:buFont typeface="+mj-lt"/>
              <a:buAutoNum type="arabicPeriod"/>
            </a:pPr>
            <a:r>
              <a:rPr lang="en-US" dirty="0"/>
              <a:t>Aligns with company policies for consistent results.</a:t>
            </a:r>
          </a:p>
          <a:p>
            <a:pPr>
              <a:buFont typeface="+mj-lt"/>
              <a:buAutoNum type="arabicPeriod"/>
            </a:pPr>
            <a:r>
              <a:rPr lang="en-US" b="1" dirty="0"/>
              <a:t>Enhanced Reporting</a:t>
            </a:r>
            <a:endParaRPr lang="en-US" dirty="0"/>
          </a:p>
          <a:p>
            <a:pPr marL="742950" lvl="1" indent="-285750">
              <a:buFont typeface="+mj-lt"/>
              <a:buAutoNum type="arabicPeriod"/>
            </a:pPr>
            <a:r>
              <a:rPr lang="en-US" dirty="0"/>
              <a:t>Generates detailed, easy-to-read reports for HR and payroll.</a:t>
            </a:r>
          </a:p>
          <a:p>
            <a:pPr marL="742950" lvl="1" indent="-285750">
              <a:buFont typeface="+mj-lt"/>
              <a:buAutoNum type="arabicPeriod"/>
            </a:pPr>
            <a:r>
              <a:rPr lang="en-US" dirty="0"/>
              <a:t>Provides insights into employee productivity and attendance patterns.</a:t>
            </a:r>
          </a:p>
          <a:p>
            <a:pPr>
              <a:buFont typeface="+mj-lt"/>
              <a:buAutoNum type="arabicPeriod"/>
            </a:pPr>
            <a:r>
              <a:rPr lang="en-US" b="1" dirty="0"/>
              <a:t>Integration with Existing Systems</a:t>
            </a:r>
            <a:endParaRPr lang="en-US" dirty="0"/>
          </a:p>
          <a:p>
            <a:pPr marL="742950" lvl="1" indent="-285750">
              <a:buFont typeface="+mj-lt"/>
              <a:buAutoNum type="arabicPeriod"/>
            </a:pPr>
            <a:r>
              <a:rPr lang="en-US" dirty="0"/>
              <a:t>Seamlessly integrates with HR and payroll systems.</a:t>
            </a:r>
          </a:p>
          <a:p>
            <a:pPr marL="742950" lvl="1" indent="-285750">
              <a:buFont typeface="+mj-lt"/>
              <a:buAutoNum type="arabicPeriod"/>
            </a:pPr>
            <a:r>
              <a:rPr lang="en-US" dirty="0"/>
              <a:t>Simplifies performance analysis and salary processing.</a:t>
            </a:r>
          </a:p>
          <a:p>
            <a:pPr>
              <a:buFont typeface="+mj-lt"/>
              <a:buAutoNum type="arabicPeriod"/>
            </a:pPr>
            <a:r>
              <a:rPr lang="en-US" b="1" dirty="0"/>
              <a:t>Scalability and Flexibility</a:t>
            </a:r>
            <a:endParaRPr lang="en-US" dirty="0"/>
          </a:p>
          <a:p>
            <a:pPr marL="742950" lvl="1" indent="-285750">
              <a:buFont typeface="+mj-lt"/>
              <a:buAutoNum type="arabicPeriod"/>
            </a:pPr>
            <a:r>
              <a:rPr lang="en-US" dirty="0"/>
              <a:t>Accommodates a growing workforce and diverse work schedules.</a:t>
            </a:r>
          </a:p>
          <a:p>
            <a:pPr marL="742950" lvl="1" indent="-285750">
              <a:buFont typeface="+mj-lt"/>
              <a:buAutoNum type="arabicPeriod"/>
            </a:pPr>
            <a:r>
              <a:rPr lang="en-US" dirty="0"/>
              <a:t>Easily customizable to suit specific organizational needs.</a:t>
            </a:r>
          </a:p>
          <a:p>
            <a:pPr>
              <a:buFont typeface="+mj-lt"/>
              <a:buAutoNum type="arabicPeriod"/>
            </a:pPr>
            <a:r>
              <a:rPr lang="en-US" b="1" dirty="0"/>
              <a:t>Time and Cost Efficiency</a:t>
            </a:r>
            <a:endParaRPr lang="en-US" dirty="0"/>
          </a:p>
          <a:p>
            <a:pPr marL="742950" lvl="1" indent="-285750">
              <a:buFont typeface="+mj-lt"/>
              <a:buAutoNum type="arabicPeriod"/>
            </a:pPr>
            <a:r>
              <a:rPr lang="en-US" dirty="0"/>
              <a:t>Reduces administrative workload.</a:t>
            </a:r>
          </a:p>
          <a:p>
            <a:pPr marL="742950" lvl="1" indent="-285750">
              <a:buFont typeface="+mj-lt"/>
              <a:buAutoNum type="arabicPeriod"/>
            </a:pPr>
            <a:r>
              <a:rPr lang="en-US" dirty="0"/>
              <a:t>Saves time and operational costs through streamlined processes.</a:t>
            </a:r>
          </a:p>
          <a:p>
            <a:pPr marL="0" indent="0">
              <a:buNone/>
            </a:pP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982" y="129381"/>
            <a:ext cx="8763000" cy="808037"/>
          </a:xfrm>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85000" lnSpcReduction="20000"/>
          </a:bodyPr>
          <a:lstStyle/>
          <a:p>
            <a:r>
              <a:rPr lang="en-US" b="1" dirty="0"/>
              <a:t>Paper 1: "Automated Employee Attendance Using RPA"</a:t>
            </a:r>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Reduces manual effort in attendance tracking.</a:t>
            </a:r>
          </a:p>
          <a:p>
            <a:pPr marL="742950" lvl="1" indent="-285750">
              <a:buFont typeface="Arial" panose="020B0604020202020204" pitchFamily="34" charset="0"/>
              <a:buChar char="•"/>
            </a:pPr>
            <a:r>
              <a:rPr lang="en-US" dirty="0"/>
              <a:t>Minimizes human errors in calculating working hours.</a:t>
            </a:r>
          </a:p>
          <a:p>
            <a:pPr marL="742950" lvl="1" indent="-285750">
              <a:buFont typeface="Arial" panose="020B0604020202020204" pitchFamily="34" charset="0"/>
              <a:buChar char="•"/>
            </a:pPr>
            <a:r>
              <a:rPr lang="en-US" dirty="0"/>
              <a:t>Integrates with HR systems for seamless payroll processing.</a:t>
            </a:r>
          </a:p>
          <a:p>
            <a:pPr>
              <a:buFont typeface="Arial" panose="020B0604020202020204" pitchFamily="34" charset="0"/>
              <a:buChar char="•"/>
            </a:pPr>
            <a:r>
              <a:rPr lang="en-US" b="1" dirty="0"/>
              <a:t>Disadvantages:</a:t>
            </a:r>
            <a:endParaRPr lang="en-US" dirty="0"/>
          </a:p>
          <a:p>
            <a:pPr marL="742950" lvl="1" indent="-285750">
              <a:buFont typeface="Arial" panose="020B0604020202020204" pitchFamily="34" charset="0"/>
              <a:buChar char="•"/>
            </a:pPr>
            <a:r>
              <a:rPr lang="en-US" dirty="0"/>
              <a:t>Limited customization for specific company policies.</a:t>
            </a:r>
          </a:p>
          <a:p>
            <a:pPr marL="742950" lvl="1" indent="-285750">
              <a:buFont typeface="Arial" panose="020B0604020202020204" pitchFamily="34" charset="0"/>
              <a:buChar char="•"/>
            </a:pPr>
            <a:r>
              <a:rPr lang="en-US" dirty="0"/>
              <a:t>High initial setup cost for RPA tools.</a:t>
            </a:r>
          </a:p>
          <a:p>
            <a:r>
              <a:rPr lang="en-US" b="1" dirty="0"/>
              <a:t>Paper 2: "Integration of RPA for Workforce Management"</a:t>
            </a:r>
          </a:p>
          <a:p>
            <a:pPr>
              <a:buFont typeface="Arial" panose="020B0604020202020204" pitchFamily="34" charset="0"/>
              <a:buChar char="•"/>
            </a:pPr>
            <a:r>
              <a:rPr lang="en-US" b="1" dirty="0"/>
              <a:t>Advantages:</a:t>
            </a:r>
            <a:endParaRPr lang="en-US" dirty="0"/>
          </a:p>
          <a:p>
            <a:pPr marL="742950" lvl="1" indent="-285750">
              <a:buFont typeface="Arial" panose="020B0604020202020204" pitchFamily="34" charset="0"/>
              <a:buChar char="•"/>
            </a:pPr>
            <a:r>
              <a:rPr lang="en-US" dirty="0"/>
              <a:t>Scalable solution for organizations of all sizes.</a:t>
            </a:r>
          </a:p>
          <a:p>
            <a:pPr marL="742950" lvl="1" indent="-285750">
              <a:buFont typeface="Arial" panose="020B0604020202020204" pitchFamily="34" charset="0"/>
              <a:buChar char="•"/>
            </a:pPr>
            <a:r>
              <a:rPr lang="en-US" dirty="0"/>
              <a:t>Real-time data processing for improved decision-making.</a:t>
            </a:r>
          </a:p>
          <a:p>
            <a:pPr marL="742950" lvl="1" indent="-285750">
              <a:buFont typeface="Arial" panose="020B0604020202020204" pitchFamily="34" charset="0"/>
              <a:buChar char="•"/>
            </a:pPr>
            <a:r>
              <a:rPr lang="en-US" dirty="0"/>
              <a:t>Enhances compliance with labor laws through accurate records.</a:t>
            </a:r>
          </a:p>
          <a:p>
            <a:pPr>
              <a:buFont typeface="Arial" panose="020B0604020202020204" pitchFamily="34" charset="0"/>
              <a:buChar char="•"/>
            </a:pPr>
            <a:r>
              <a:rPr lang="en-US" b="1" dirty="0"/>
              <a:t>Disadvantages:</a:t>
            </a:r>
            <a:endParaRPr lang="en-US" dirty="0"/>
          </a:p>
          <a:p>
            <a:pPr marL="742950" lvl="1" indent="-285750">
              <a:buFont typeface="Arial" panose="020B0604020202020204" pitchFamily="34" charset="0"/>
              <a:buChar char="•"/>
            </a:pPr>
            <a:r>
              <a:rPr lang="en-US" dirty="0"/>
              <a:t>Dependency on robust IT infrastructure.</a:t>
            </a:r>
          </a:p>
          <a:p>
            <a:pPr marL="742950" lvl="1" indent="-285750">
              <a:buFont typeface="Arial" panose="020B0604020202020204" pitchFamily="34" charset="0"/>
              <a:buChar char="•"/>
            </a:pPr>
            <a:r>
              <a:rPr lang="en-US" dirty="0"/>
              <a:t>Requires skilled personnel for maintaining RPA workflows.</a:t>
            </a:r>
          </a:p>
          <a:p>
            <a:pPr marL="0" indent="0">
              <a:buNone/>
            </a:pPr>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r>
              <a:rPr lang="en-US" dirty="0"/>
              <a:t>The primary objective of the </a:t>
            </a:r>
            <a:r>
              <a:rPr lang="en-US" b="1" dirty="0"/>
              <a:t>Employee Attendance Management System</a:t>
            </a:r>
            <a:r>
              <a:rPr lang="en-US" dirty="0"/>
              <a:t> is to:</a:t>
            </a:r>
          </a:p>
          <a:p>
            <a:pPr>
              <a:buFont typeface="+mj-lt"/>
              <a:buAutoNum type="arabicPeriod"/>
            </a:pPr>
            <a:r>
              <a:rPr lang="en-US" b="1" dirty="0"/>
              <a:t>Automate Attendance Tracking</a:t>
            </a:r>
            <a:endParaRPr lang="en-US" dirty="0"/>
          </a:p>
          <a:p>
            <a:pPr marL="742950" lvl="1" indent="-285750">
              <a:buFont typeface="+mj-lt"/>
              <a:buAutoNum type="arabicPeriod"/>
            </a:pPr>
            <a:r>
              <a:rPr lang="en-US" dirty="0"/>
              <a:t>Eliminate manual effort in recording employee attendance.</a:t>
            </a:r>
          </a:p>
          <a:p>
            <a:pPr marL="742950" lvl="1" indent="-285750">
              <a:buFont typeface="+mj-lt"/>
              <a:buAutoNum type="arabicPeriod"/>
            </a:pPr>
            <a:r>
              <a:rPr lang="en-US" dirty="0"/>
              <a:t>Ensure accurate tracking of check-in and check-out times.</a:t>
            </a:r>
          </a:p>
          <a:p>
            <a:pPr>
              <a:buFont typeface="+mj-lt"/>
              <a:buAutoNum type="arabicPeriod"/>
            </a:pPr>
            <a:r>
              <a:rPr lang="en-US" b="1" dirty="0"/>
              <a:t>Calculate Daily Working Hours</a:t>
            </a:r>
            <a:endParaRPr lang="en-US" dirty="0"/>
          </a:p>
          <a:p>
            <a:pPr marL="742950" lvl="1" indent="-285750">
              <a:buFont typeface="+mj-lt"/>
              <a:buAutoNum type="arabicPeriod"/>
            </a:pPr>
            <a:r>
              <a:rPr lang="en-US" dirty="0"/>
              <a:t>Precisely compute total working hours in decimal format.</a:t>
            </a:r>
          </a:p>
          <a:p>
            <a:pPr marL="742950" lvl="1" indent="-285750">
              <a:buFont typeface="+mj-lt"/>
              <a:buAutoNum type="arabicPeriod"/>
            </a:pPr>
            <a:r>
              <a:rPr lang="en-US" dirty="0"/>
              <a:t>Identify late arrivals and overtime based on company policies.</a:t>
            </a:r>
          </a:p>
          <a:p>
            <a:pPr>
              <a:buFont typeface="+mj-lt"/>
              <a:buAutoNum type="arabicPeriod"/>
            </a:pPr>
            <a:r>
              <a:rPr lang="en-US" b="1" dirty="0"/>
              <a:t>Generate Detailed Reports</a:t>
            </a:r>
            <a:endParaRPr lang="en-US" dirty="0"/>
          </a:p>
          <a:p>
            <a:pPr marL="742950" lvl="1" indent="-285750">
              <a:buFont typeface="+mj-lt"/>
              <a:buAutoNum type="arabicPeriod"/>
            </a:pPr>
            <a:r>
              <a:rPr lang="en-US" dirty="0"/>
              <a:t>Provide error-free daily attendance reports for HR and payroll systems.</a:t>
            </a:r>
          </a:p>
          <a:p>
            <a:pPr marL="742950" lvl="1" indent="-285750">
              <a:buFont typeface="+mj-lt"/>
              <a:buAutoNum type="arabicPeriod"/>
            </a:pPr>
            <a:r>
              <a:rPr lang="en-US" dirty="0"/>
              <a:t>Enhance insights into workforce productivity and compliance.</a:t>
            </a:r>
          </a:p>
          <a:p>
            <a:pPr>
              <a:buFont typeface="+mj-lt"/>
              <a:buAutoNum type="arabicPeriod"/>
            </a:pPr>
            <a:r>
              <a:rPr lang="en-US" b="1" dirty="0"/>
              <a:t>Enhance Operational Efficiency</a:t>
            </a:r>
            <a:endParaRPr lang="en-US" dirty="0"/>
          </a:p>
          <a:p>
            <a:pPr marL="742950" lvl="1" indent="-285750">
              <a:buFont typeface="+mj-lt"/>
              <a:buAutoNum type="arabicPeriod"/>
            </a:pPr>
            <a:r>
              <a:rPr lang="en-US" dirty="0"/>
              <a:t>Streamline attendance management processes.</a:t>
            </a:r>
          </a:p>
          <a:p>
            <a:pPr marL="742950" lvl="1" indent="-285750">
              <a:buFont typeface="+mj-lt"/>
              <a:buAutoNum type="arabicPeriod"/>
            </a:pPr>
            <a:r>
              <a:rPr lang="en-US" dirty="0"/>
              <a:t>Save time and improve overall workforce management.</a:t>
            </a:r>
          </a:p>
          <a:p>
            <a:pPr marL="0" indent="0">
              <a:buNone/>
            </a:pP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a:extLst>
              <a:ext uri="{FF2B5EF4-FFF2-40B4-BE49-F238E27FC236}">
                <a16:creationId xmlns:a16="http://schemas.microsoft.com/office/drawing/2014/main" id="{EC94E02E-694C-193C-2EEA-CB7715BF3FE3}"/>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467544" y="990600"/>
            <a:ext cx="7668852" cy="5334000"/>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92500"/>
          </a:bodyPr>
          <a:lstStyle/>
          <a:p>
            <a:pPr marL="0" indent="0">
              <a:buNone/>
            </a:pPr>
            <a:r>
              <a:rPr lang="en-US" b="1" dirty="0"/>
              <a:t>1. Hardware Requirements</a:t>
            </a:r>
          </a:p>
          <a:p>
            <a:pPr>
              <a:buFont typeface="Arial" panose="020B0604020202020204" pitchFamily="34" charset="0"/>
              <a:buChar char="•"/>
            </a:pPr>
            <a:r>
              <a:rPr lang="en-US" b="1" dirty="0"/>
              <a:t>Processor:</a:t>
            </a:r>
            <a:r>
              <a:rPr lang="en-US" dirty="0"/>
              <a:t> Intel Core i5 or higher</a:t>
            </a:r>
          </a:p>
          <a:p>
            <a:pPr>
              <a:buFont typeface="Arial" panose="020B0604020202020204" pitchFamily="34" charset="0"/>
              <a:buChar char="•"/>
            </a:pPr>
            <a:r>
              <a:rPr lang="en-US" b="1" dirty="0"/>
              <a:t>RAM:</a:t>
            </a:r>
            <a:r>
              <a:rPr lang="en-US" dirty="0"/>
              <a:t> Minimum 8 GB (16 GB recommended for optimal performance)</a:t>
            </a:r>
          </a:p>
          <a:p>
            <a:pPr>
              <a:buFont typeface="Arial" panose="020B0604020202020204" pitchFamily="34" charset="0"/>
              <a:buChar char="•"/>
            </a:pPr>
            <a:r>
              <a:rPr lang="en-US" b="1" dirty="0"/>
              <a:t>Storage:</a:t>
            </a:r>
            <a:r>
              <a:rPr lang="en-US" dirty="0"/>
              <a:t> At least 500 MB free space for tools and dependencies</a:t>
            </a:r>
          </a:p>
          <a:p>
            <a:pPr>
              <a:buFont typeface="Arial" panose="020B0604020202020204" pitchFamily="34" charset="0"/>
              <a:buChar char="•"/>
            </a:pPr>
            <a:r>
              <a:rPr lang="en-US" b="1" dirty="0"/>
              <a:t>Operating System:</a:t>
            </a:r>
            <a:r>
              <a:rPr lang="en-US" dirty="0"/>
              <a:t> Windows 10 or later (64-bit)</a:t>
            </a:r>
          </a:p>
          <a:p>
            <a:pPr>
              <a:buFont typeface="Arial" panose="020B0604020202020204" pitchFamily="34" charset="0"/>
              <a:buChar char="•"/>
            </a:pPr>
            <a:r>
              <a:rPr lang="en-US" b="1" dirty="0"/>
              <a:t>Additional Hardware:</a:t>
            </a:r>
            <a:endParaRPr lang="en-US" dirty="0"/>
          </a:p>
          <a:p>
            <a:pPr marL="742950" lvl="1" indent="-285750">
              <a:buFont typeface="Arial" panose="020B0604020202020204" pitchFamily="34" charset="0"/>
              <a:buChar char="•"/>
            </a:pPr>
            <a:r>
              <a:rPr lang="en-US" dirty="0"/>
              <a:t>Stable internet connection for cloud-based operations.</a:t>
            </a:r>
          </a:p>
          <a:p>
            <a:pPr marL="742950" lvl="1" indent="-285750">
              <a:buFont typeface="Arial" panose="020B0604020202020204" pitchFamily="34" charset="0"/>
              <a:buChar char="•"/>
            </a:pPr>
            <a:r>
              <a:rPr lang="en-US" dirty="0"/>
              <a:t>A modern monitor with 1080p resolution for a clear workspace interface.</a:t>
            </a:r>
          </a:p>
          <a:p>
            <a:r>
              <a:rPr lang="en-US" b="1" dirty="0"/>
              <a:t>2. Software Requirements</a:t>
            </a:r>
          </a:p>
          <a:p>
            <a:pPr>
              <a:buFont typeface="Arial" panose="020B0604020202020204" pitchFamily="34" charset="0"/>
              <a:buChar char="•"/>
            </a:pPr>
            <a:r>
              <a:rPr lang="en-US" b="1" dirty="0"/>
              <a:t>UiPath Studio:</a:t>
            </a:r>
            <a:r>
              <a:rPr lang="en-US" dirty="0"/>
              <a:t> Version 2023 or later for designing workflows.</a:t>
            </a:r>
          </a:p>
          <a:p>
            <a:pPr>
              <a:buFont typeface="Arial" panose="020B0604020202020204" pitchFamily="34" charset="0"/>
              <a:buChar char="•"/>
            </a:pPr>
            <a:r>
              <a:rPr lang="en-US" b="1" dirty="0"/>
              <a:t>UiPath Orchestrator:</a:t>
            </a:r>
            <a:r>
              <a:rPr lang="en-US" dirty="0"/>
              <a:t> For scheduling and managing automated tasks.</a:t>
            </a:r>
          </a:p>
          <a:p>
            <a:pPr>
              <a:buFont typeface="Arial" panose="020B0604020202020204" pitchFamily="34" charset="0"/>
              <a:buChar char="•"/>
            </a:pPr>
            <a:r>
              <a:rPr lang="en-US" b="1" dirty="0"/>
              <a:t>Microsoft Excel:</a:t>
            </a:r>
            <a:r>
              <a:rPr lang="en-US" dirty="0"/>
              <a:t> For input and output attendance data.</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fontScale="70000" lnSpcReduction="20000"/>
          </a:bodyPr>
          <a:lstStyle/>
          <a:p>
            <a:r>
              <a:rPr lang="en-US" b="1" dirty="0"/>
              <a:t>Module 1: Attendance Data Processing</a:t>
            </a:r>
          </a:p>
          <a:p>
            <a:pPr>
              <a:buFont typeface="Arial" panose="020B0604020202020204" pitchFamily="34" charset="0"/>
              <a:buChar char="•"/>
            </a:pPr>
            <a:r>
              <a:rPr lang="en-US" b="1" dirty="0"/>
              <a:t>Short Description:</a:t>
            </a:r>
            <a:br>
              <a:rPr lang="en-US" dirty="0"/>
            </a:br>
            <a:r>
              <a:rPr lang="en-US" dirty="0"/>
              <a:t>This module is responsible for reading employee attendance data from an Excel file. It validates the input data (Employee ID, Check-in, and Check-out times) and checks it against predefined company policies, such as entry and exit times. Late entries and overtime are identified during this step.</a:t>
            </a:r>
          </a:p>
          <a:p>
            <a:pPr>
              <a:buFont typeface="Arial" panose="020B0604020202020204" pitchFamily="34" charset="0"/>
              <a:buChar char="•"/>
            </a:pPr>
            <a:r>
              <a:rPr lang="en-US" b="1" dirty="0"/>
              <a:t>Activity Diagram:</a:t>
            </a:r>
            <a:endParaRPr lang="en-US" dirty="0"/>
          </a:p>
          <a:p>
            <a:pPr marL="742950" lvl="1" indent="-285750">
              <a:buFont typeface="Arial" panose="020B0604020202020204" pitchFamily="34" charset="0"/>
              <a:buChar char="•"/>
            </a:pPr>
            <a:r>
              <a:rPr lang="en-US" dirty="0"/>
              <a:t>Start → Load Attendance Data → Validate Data</a:t>
            </a:r>
          </a:p>
          <a:p>
            <a:pPr marL="742950" lvl="1" indent="-285750">
              <a:buFont typeface="Arial" panose="020B0604020202020204" pitchFamily="34" charset="0"/>
              <a:buChar char="•"/>
            </a:pPr>
            <a:r>
              <a:rPr lang="en-US" dirty="0"/>
              <a:t>Check Late Entry → Mark Late (if applicable)</a:t>
            </a:r>
          </a:p>
          <a:p>
            <a:pPr marL="742950" lvl="1" indent="-285750">
              <a:buFont typeface="Arial" panose="020B0604020202020204" pitchFamily="34" charset="0"/>
              <a:buChar char="•"/>
            </a:pPr>
            <a:r>
              <a:rPr lang="en-US" dirty="0"/>
              <a:t>Calculate Overtime → Save Processed Data → End</a:t>
            </a:r>
          </a:p>
          <a:p>
            <a:r>
              <a:rPr lang="en-US" b="1" dirty="0"/>
              <a:t>Module 2: Working Hours Calculation and Report Generation</a:t>
            </a:r>
          </a:p>
          <a:p>
            <a:pPr>
              <a:buFont typeface="Arial" panose="020B0604020202020204" pitchFamily="34" charset="0"/>
              <a:buChar char="•"/>
            </a:pPr>
            <a:r>
              <a:rPr lang="en-US" b="1" dirty="0"/>
              <a:t>Short Description:</a:t>
            </a:r>
            <a:br>
              <a:rPr lang="en-US" dirty="0"/>
            </a:br>
            <a:r>
              <a:rPr lang="en-US" dirty="0"/>
              <a:t>This module calculates the total working hours in decimal format for each employee based on validated attendance data. It then generates a detailed daily report, which includes status (e.g., Present, Late, Overtime) and total working hours. The report is saved in a new Excel file for HR or payroll processing.</a:t>
            </a:r>
          </a:p>
          <a:p>
            <a:pPr>
              <a:buFont typeface="Arial" panose="020B0604020202020204" pitchFamily="34" charset="0"/>
              <a:buChar char="•"/>
            </a:pPr>
            <a:r>
              <a:rPr lang="en-US" b="1" dirty="0"/>
              <a:t>Activity Diagram:</a:t>
            </a:r>
            <a:endParaRPr lang="en-US" dirty="0"/>
          </a:p>
          <a:p>
            <a:pPr marL="742950" lvl="1" indent="-285750">
              <a:buFont typeface="Arial" panose="020B0604020202020204" pitchFamily="34" charset="0"/>
              <a:buChar char="•"/>
            </a:pPr>
            <a:r>
              <a:rPr lang="en-US" dirty="0"/>
              <a:t>Start → Process Attendance Data → Calculate Working Hours</a:t>
            </a:r>
          </a:p>
          <a:p>
            <a:pPr marL="742950" lvl="1" indent="-285750">
              <a:buFont typeface="Arial" panose="020B0604020202020204" pitchFamily="34" charset="0"/>
              <a:buChar char="•"/>
            </a:pPr>
            <a:r>
              <a:rPr lang="en-US" dirty="0"/>
              <a:t>Generate Report → Save to Excel → Notify HR Team → End</a:t>
            </a:r>
          </a:p>
          <a:p>
            <a:pPr marL="457200" lvl="1" indent="0">
              <a:buNone/>
            </a:pPr>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1026" name="Picture 2">
            <a:extLst>
              <a:ext uri="{FF2B5EF4-FFF2-40B4-BE49-F238E27FC236}">
                <a16:creationId xmlns:a16="http://schemas.microsoft.com/office/drawing/2014/main" id="{3045AC21-C654-CDB1-A11F-09E6A3C4B09F}"/>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051720" y="980728"/>
            <a:ext cx="5328592" cy="5334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a:xfrm>
            <a:off x="190500" y="1016732"/>
            <a:ext cx="8763000" cy="5334000"/>
          </a:xfrm>
        </p:spPr>
        <p:txBody>
          <a:bodyPr/>
          <a:lstStyle/>
          <a:p>
            <a:r>
              <a:rPr lang="en-US" dirty="0"/>
              <a:t>Main Process                                      Sub Process</a:t>
            </a:r>
          </a:p>
          <a:p>
            <a:pPr marL="0" indent="0">
              <a:buNone/>
            </a:pPr>
            <a:endParaRPr lang="en-US" dirty="0"/>
          </a:p>
          <a:p>
            <a:endParaRPr lang="en-US" dirty="0"/>
          </a:p>
        </p:txBody>
      </p:sp>
      <p:pic>
        <p:nvPicPr>
          <p:cNvPr id="5" name="Picture 4">
            <a:extLst>
              <a:ext uri="{FF2B5EF4-FFF2-40B4-BE49-F238E27FC236}">
                <a16:creationId xmlns:a16="http://schemas.microsoft.com/office/drawing/2014/main" id="{C812870C-2DC3-059F-2CCC-3F825B8DCC23}"/>
              </a:ext>
            </a:extLst>
          </p:cNvPr>
          <p:cNvPicPr>
            <a:picLocks noChangeAspect="1"/>
          </p:cNvPicPr>
          <p:nvPr/>
        </p:nvPicPr>
        <p:blipFill>
          <a:blip r:embed="rId4"/>
          <a:stretch>
            <a:fillRect/>
          </a:stretch>
        </p:blipFill>
        <p:spPr>
          <a:xfrm>
            <a:off x="0" y="1484784"/>
            <a:ext cx="3514505" cy="3750013"/>
          </a:xfrm>
          <a:prstGeom prst="rect">
            <a:avLst/>
          </a:prstGeom>
        </p:spPr>
      </p:pic>
      <p:cxnSp>
        <p:nvCxnSpPr>
          <p:cNvPr id="7" name="Straight Connector 6">
            <a:extLst>
              <a:ext uri="{FF2B5EF4-FFF2-40B4-BE49-F238E27FC236}">
                <a16:creationId xmlns:a16="http://schemas.microsoft.com/office/drawing/2014/main" id="{DEEDAECA-AD8D-7537-3252-7CF4DC4122EA}"/>
              </a:ext>
            </a:extLst>
          </p:cNvPr>
          <p:cNvCxnSpPr/>
          <p:nvPr/>
        </p:nvCxnSpPr>
        <p:spPr>
          <a:xfrm>
            <a:off x="3131840" y="1016732"/>
            <a:ext cx="0" cy="5328592"/>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863104E-6FF9-8BA8-9570-DCE21A9E648F}"/>
              </a:ext>
            </a:extLst>
          </p:cNvPr>
          <p:cNvPicPr>
            <a:picLocks noChangeAspect="1"/>
          </p:cNvPicPr>
          <p:nvPr/>
        </p:nvPicPr>
        <p:blipFill>
          <a:blip r:embed="rId5"/>
          <a:srcRect l="32513" r="33374"/>
          <a:stretch/>
        </p:blipFill>
        <p:spPr>
          <a:xfrm>
            <a:off x="3419760" y="1487835"/>
            <a:ext cx="1748607" cy="4919184"/>
          </a:xfrm>
          <a:prstGeom prst="rect">
            <a:avLst/>
          </a:prstGeom>
        </p:spPr>
      </p:pic>
      <p:pic>
        <p:nvPicPr>
          <p:cNvPr id="11" name="Picture 10">
            <a:extLst>
              <a:ext uri="{FF2B5EF4-FFF2-40B4-BE49-F238E27FC236}">
                <a16:creationId xmlns:a16="http://schemas.microsoft.com/office/drawing/2014/main" id="{C8968C67-6D57-A91C-2F37-C8D7D810ECEF}"/>
              </a:ext>
            </a:extLst>
          </p:cNvPr>
          <p:cNvPicPr>
            <a:picLocks noChangeAspect="1"/>
          </p:cNvPicPr>
          <p:nvPr/>
        </p:nvPicPr>
        <p:blipFill>
          <a:blip r:embed="rId6"/>
          <a:srcRect l="28342" r="31003" b="28271"/>
          <a:stretch/>
        </p:blipFill>
        <p:spPr>
          <a:xfrm>
            <a:off x="5797566" y="1541706"/>
            <a:ext cx="1892398" cy="4919184"/>
          </a:xfrm>
          <a:prstGeom prst="rect">
            <a:avLst/>
          </a:prstGeom>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pic>
        <p:nvPicPr>
          <p:cNvPr id="5" name="Content Placeholder 4">
            <a:extLst>
              <a:ext uri="{FF2B5EF4-FFF2-40B4-BE49-F238E27FC236}">
                <a16:creationId xmlns:a16="http://schemas.microsoft.com/office/drawing/2014/main" id="{AFEE0E19-65D9-B216-C14B-68EF95A60F33}"/>
              </a:ext>
            </a:extLst>
          </p:cNvPr>
          <p:cNvPicPr>
            <a:picLocks noGrp="1" noChangeAspect="1"/>
          </p:cNvPicPr>
          <p:nvPr>
            <p:ph idx="1"/>
          </p:nvPr>
        </p:nvPicPr>
        <p:blipFill>
          <a:blip r:embed="rId4"/>
          <a:stretch>
            <a:fillRect/>
          </a:stretch>
        </p:blipFill>
        <p:spPr>
          <a:xfrm>
            <a:off x="0" y="914400"/>
            <a:ext cx="4585083" cy="1692188"/>
          </a:xfrm>
        </p:spPr>
      </p:pic>
      <p:pic>
        <p:nvPicPr>
          <p:cNvPr id="7" name="Picture 6">
            <a:extLst>
              <a:ext uri="{FF2B5EF4-FFF2-40B4-BE49-F238E27FC236}">
                <a16:creationId xmlns:a16="http://schemas.microsoft.com/office/drawing/2014/main" id="{B6BA39D3-9427-43BB-3820-E668F33A1786}"/>
              </a:ext>
            </a:extLst>
          </p:cNvPr>
          <p:cNvPicPr>
            <a:picLocks noChangeAspect="1"/>
          </p:cNvPicPr>
          <p:nvPr/>
        </p:nvPicPr>
        <p:blipFill>
          <a:blip r:embed="rId5"/>
          <a:stretch>
            <a:fillRect/>
          </a:stretch>
        </p:blipFill>
        <p:spPr>
          <a:xfrm>
            <a:off x="-15315" y="4257092"/>
            <a:ext cx="4585083" cy="2228546"/>
          </a:xfrm>
          <a:prstGeom prst="rect">
            <a:avLst/>
          </a:prstGeom>
        </p:spPr>
      </p:pic>
      <p:pic>
        <p:nvPicPr>
          <p:cNvPr id="9" name="Picture 8">
            <a:extLst>
              <a:ext uri="{FF2B5EF4-FFF2-40B4-BE49-F238E27FC236}">
                <a16:creationId xmlns:a16="http://schemas.microsoft.com/office/drawing/2014/main" id="{7B4B37D1-0BBB-D407-DA87-97A561F239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46968" y="2357913"/>
            <a:ext cx="4597032" cy="2228546"/>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fontScale="92500"/>
          </a:bodyPr>
          <a:lstStyle/>
          <a:p>
            <a:r>
              <a:rPr lang="en-US" dirty="0"/>
              <a:t>The Employee Attendance Management System successfully automates attendance tracking and working hour calculations, eliminating manual processes and improving operational efficiency. By leveraging UiPath RPA, the system ensures accuracy in attendance validation, late entry detection, and overtime calculation, while providing detailed reports for HR and payroll analysis.</a:t>
            </a:r>
          </a:p>
          <a:p>
            <a:r>
              <a:rPr lang="en-US" dirty="0"/>
              <a:t>This project highlights the potential of automation to enhance workforce productivity and streamline routine tasks. The integration with UiPath Orchestrator enables seamless daily execution, making it scalable and adaptable for future enhancements.</a:t>
            </a:r>
          </a:p>
          <a:p>
            <a:r>
              <a:rPr lang="en-US" dirty="0"/>
              <a:t>The system is a reliable and cost-effective solution, demonstrating the transformative impact of automation in optimizing business operations.</a:t>
            </a:r>
          </a:p>
          <a:p>
            <a:pPr marL="0" indent="0">
              <a:buNone/>
            </a:pPr>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Cloud Integration: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0005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Host the system on cloud platforms for easier access, better scalability, and centralized data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Automated Notifications: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0005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Enable email or SMS alerts for late arrivals, overtime thresholds, or policy violations to keep employees informed.</a:t>
            </a:r>
          </a:p>
          <a:p>
            <a:pPr>
              <a:buFont typeface="Arial" panose="020B0604020202020204" pitchFamily="34" charset="0"/>
              <a:buChar char="•"/>
            </a:pPr>
            <a:r>
              <a:rPr lang="en-US" b="1" dirty="0"/>
              <a:t>Mobile App Integration:</a:t>
            </a:r>
            <a:endParaRPr lang="en-US" dirty="0"/>
          </a:p>
          <a:p>
            <a:pPr lvl="1"/>
            <a:r>
              <a:rPr lang="en-US" dirty="0"/>
              <a:t>Develop a companion mobile app for employees to log attendance remotely, view their working hours, and access attendance records.</a:t>
            </a:r>
          </a:p>
          <a:p>
            <a:pPr marL="0" indent="0">
              <a:buNone/>
            </a:pPr>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Smith, J., &amp; Lee, R. (2020).</a:t>
            </a:r>
            <a:r>
              <a:rPr kumimoji="0" lang="en-US" altLang="en-US" sz="2400" b="0" i="0" u="none" strike="noStrike" cap="none" normalizeH="0" baseline="0" dirty="0">
                <a:ln>
                  <a:noFill/>
                </a:ln>
                <a:solidFill>
                  <a:schemeClr val="tx1"/>
                </a:solidFill>
                <a:effectLst/>
                <a:latin typeface="Arial" panose="020B0604020202020204" pitchFamily="34" charset="0"/>
              </a:rPr>
              <a:t> "Automating Workforce Management: A Comprehensive Study on Attendance Systems." </a:t>
            </a:r>
            <a:r>
              <a:rPr kumimoji="0" lang="en-US" altLang="en-US" sz="2400" b="0" i="1" u="none" strike="noStrike" cap="none" normalizeH="0" baseline="0" dirty="0">
                <a:ln>
                  <a:noFill/>
                </a:ln>
                <a:solidFill>
                  <a:schemeClr val="tx1"/>
                </a:solidFill>
                <a:effectLst/>
                <a:latin typeface="Arial" panose="020B0604020202020204" pitchFamily="34" charset="0"/>
              </a:rPr>
              <a:t>Journal of Workforce Optimization</a:t>
            </a:r>
            <a:r>
              <a:rPr kumimoji="0" lang="en-US" altLang="en-US" sz="2400" b="0" i="0" u="none" strike="noStrike" cap="none" normalizeH="0" baseline="0" dirty="0">
                <a:ln>
                  <a:noFill/>
                </a:ln>
                <a:solidFill>
                  <a:schemeClr val="tx1"/>
                </a:solidFill>
                <a:effectLst/>
                <a:latin typeface="Arial" panose="020B0604020202020204" pitchFamily="34" charset="0"/>
              </a:rPr>
              <a:t>, 15(3), 45-60.</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DOI: 10.1016/j.jwfo.2020.03.007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Kumar, S., &amp; Patel, D. (2019).</a:t>
            </a:r>
            <a:r>
              <a:rPr kumimoji="0" lang="en-US" altLang="en-US" sz="2400" b="0" i="0" u="none" strike="noStrike" cap="none" normalizeH="0" baseline="0" dirty="0">
                <a:ln>
                  <a:noFill/>
                </a:ln>
                <a:solidFill>
                  <a:schemeClr val="tx1"/>
                </a:solidFill>
                <a:effectLst/>
                <a:latin typeface="Arial" panose="020B0604020202020204" pitchFamily="34" charset="0"/>
              </a:rPr>
              <a:t> "Enhancing Employee Productivity through Automated Attendance Tracking." </a:t>
            </a:r>
            <a:r>
              <a:rPr kumimoji="0" lang="en-US" altLang="en-US" sz="2400" b="0" i="1" u="none" strike="noStrike" cap="none" normalizeH="0" baseline="0" dirty="0">
                <a:ln>
                  <a:noFill/>
                </a:ln>
                <a:solidFill>
                  <a:schemeClr val="tx1"/>
                </a:solidFill>
                <a:effectLst/>
                <a:latin typeface="Arial" panose="020B0604020202020204" pitchFamily="34" charset="0"/>
              </a:rPr>
              <a:t>International Journal of Automation and Management</a:t>
            </a:r>
            <a:r>
              <a:rPr kumimoji="0" lang="en-US" altLang="en-US" sz="2400" b="0" i="0" u="none" strike="noStrike" cap="none" normalizeH="0" baseline="0" dirty="0">
                <a:ln>
                  <a:noFill/>
                </a:ln>
                <a:solidFill>
                  <a:schemeClr val="tx1"/>
                </a:solidFill>
                <a:effectLst/>
                <a:latin typeface="Arial" panose="020B0604020202020204" pitchFamily="34" charset="0"/>
              </a:rPr>
              <a:t>, 10(2), 120-134.</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DOI: 10.1007/s12345-019-0024-6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Nguyen, T., &amp; Brown, H. (2021).</a:t>
            </a:r>
            <a:r>
              <a:rPr kumimoji="0" lang="en-US" altLang="en-US" sz="2400" b="0" i="0" u="none" strike="noStrike" cap="none" normalizeH="0" baseline="0" dirty="0">
                <a:ln>
                  <a:noFill/>
                </a:ln>
                <a:solidFill>
                  <a:schemeClr val="tx1"/>
                </a:solidFill>
                <a:effectLst/>
                <a:latin typeface="Arial" panose="020B0604020202020204" pitchFamily="34" charset="0"/>
              </a:rPr>
              <a:t> "RPA and the Future of HR Operations: Applications in Attendance Management." </a:t>
            </a:r>
            <a:r>
              <a:rPr kumimoji="0" lang="en-US" altLang="en-US" sz="2400" b="0" i="1" u="none" strike="noStrike" cap="none" normalizeH="0" baseline="0" dirty="0">
                <a:ln>
                  <a:noFill/>
                </a:ln>
                <a:solidFill>
                  <a:schemeClr val="tx1"/>
                </a:solidFill>
                <a:effectLst/>
                <a:latin typeface="Arial" panose="020B0604020202020204" pitchFamily="34" charset="0"/>
              </a:rPr>
              <a:t>Proceedings of the International Conference on Robotics and Automation (ICRA)</a:t>
            </a:r>
            <a:r>
              <a:rPr kumimoji="0" lang="en-US" altLang="en-US" sz="2400" b="0" i="0" u="none" strike="noStrike" cap="none" normalizeH="0" baseline="0" dirty="0">
                <a:ln>
                  <a:noFill/>
                </a:ln>
                <a:solidFill>
                  <a:schemeClr val="tx1"/>
                </a:solidFill>
                <a:effectLst/>
                <a:latin typeface="Arial" panose="020B0604020202020204" pitchFamily="34" charset="0"/>
              </a:rPr>
              <a:t>, 2021, 512-520.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Alvarez, P., &amp; Johnson, K. (2018).</a:t>
            </a:r>
            <a:r>
              <a:rPr kumimoji="0" lang="en-US" altLang="en-US" sz="2400" b="0" i="0" u="none" strike="noStrike" cap="none" normalizeH="0" baseline="0" dirty="0">
                <a:ln>
                  <a:noFill/>
                </a:ln>
                <a:solidFill>
                  <a:schemeClr val="tx1"/>
                </a:solidFill>
                <a:effectLst/>
                <a:latin typeface="Arial" panose="020B0604020202020204" pitchFamily="34" charset="0"/>
              </a:rPr>
              <a:t> "Design and Implementation of Time Tracking Systems: A Case Study." </a:t>
            </a:r>
            <a:r>
              <a:rPr kumimoji="0" lang="en-US" altLang="en-US" sz="2400" b="0" i="1" u="none" strike="noStrike" cap="none" normalizeH="0" baseline="0" dirty="0">
                <a:ln>
                  <a:noFill/>
                </a:ln>
                <a:solidFill>
                  <a:schemeClr val="tx1"/>
                </a:solidFill>
                <a:effectLst/>
                <a:latin typeface="Arial" panose="020B0604020202020204" pitchFamily="34" charset="0"/>
              </a:rPr>
              <a:t>Computing in Business and Industry</a:t>
            </a:r>
            <a:r>
              <a:rPr kumimoji="0" lang="en-US" altLang="en-US" sz="2400" b="0" i="0" u="none" strike="noStrike" cap="none" normalizeH="0" baseline="0" dirty="0">
                <a:ln>
                  <a:noFill/>
                </a:ln>
                <a:solidFill>
                  <a:schemeClr val="tx1"/>
                </a:solidFill>
                <a:effectLst/>
                <a:latin typeface="Arial" panose="020B0604020202020204" pitchFamily="34" charset="0"/>
              </a:rPr>
              <a:t>, 22(1), 89-98.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Chowdhury, A., &amp; Singh, P. (2022).</a:t>
            </a:r>
            <a:r>
              <a:rPr kumimoji="0" lang="en-US" altLang="en-US" sz="2400" b="0" i="0" u="none" strike="noStrike" cap="none" normalizeH="0" baseline="0" dirty="0">
                <a:ln>
                  <a:noFill/>
                </a:ln>
                <a:solidFill>
                  <a:schemeClr val="tx1"/>
                </a:solidFill>
                <a:effectLst/>
                <a:latin typeface="Arial" panose="020B0604020202020204" pitchFamily="34" charset="0"/>
              </a:rPr>
              <a:t> "Artificial Intelligence and Automation in Workforce Management." </a:t>
            </a:r>
            <a:r>
              <a:rPr kumimoji="0" lang="en-US" altLang="en-US" sz="2400" b="0" i="1" u="none" strike="noStrike" cap="none" normalizeH="0" baseline="0" dirty="0">
                <a:ln>
                  <a:noFill/>
                </a:ln>
                <a:solidFill>
                  <a:schemeClr val="tx1"/>
                </a:solidFill>
                <a:effectLst/>
                <a:latin typeface="Arial" panose="020B0604020202020204" pitchFamily="34" charset="0"/>
              </a:rPr>
              <a:t>Journal of Emerging Technologies in Business</a:t>
            </a:r>
            <a:r>
              <a:rPr kumimoji="0" lang="en-US" altLang="en-US" sz="2400" b="0" i="0" u="none" strike="noStrike" cap="none" normalizeH="0" baseline="0" dirty="0">
                <a:ln>
                  <a:noFill/>
                </a:ln>
                <a:solidFill>
                  <a:schemeClr val="tx1"/>
                </a:solidFill>
                <a:effectLst/>
                <a:latin typeface="Arial" panose="020B0604020202020204" pitchFamily="34" charset="0"/>
              </a:rPr>
              <a:t>, 8(4), 300-310.</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DOI: 10.1045/jetb.2022.030</a:t>
            </a:r>
          </a:p>
          <a:p>
            <a:pPr marL="0" indent="0">
              <a:buNone/>
            </a:pPr>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9287</TotalTime>
  <Words>1262</Words>
  <Application>Microsoft Office PowerPoint</Application>
  <PresentationFormat>On-screen Show (4:3)</PresentationFormat>
  <Paragraphs>143</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vt:lpstr>
      <vt:lpstr>Process Design</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Bhuvaanesh Rajeswaran</cp:lastModifiedBy>
  <cp:revision>1741</cp:revision>
  <dcterms:created xsi:type="dcterms:W3CDTF">2013-05-17T03:00:03Z</dcterms:created>
  <dcterms:modified xsi:type="dcterms:W3CDTF">2024-11-22T04:46:09Z</dcterms:modified>
</cp:coreProperties>
</file>